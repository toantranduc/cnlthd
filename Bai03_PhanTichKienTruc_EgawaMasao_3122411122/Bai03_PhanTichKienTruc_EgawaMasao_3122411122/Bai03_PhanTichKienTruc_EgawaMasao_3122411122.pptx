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AFCCE-91A1-4AB6-83E3-14A8C96A283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6DD44D-03F7-4511-A983-DFAB0758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78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DD44D-03F7-4511-A983-DFAB075852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405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PHÂN TÍCH KIẾN TRÚC SPA &amp; MODULAR MONOLITH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Dự án: Modular Monolith with DDD (.NET Core)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Nhóm thực hiện: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Egawa Masao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Lê Phạm Quốc Việt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Nguyễn Trần Trung Thạch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Trần Đức Toản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Giới thiệu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311445" cy="4525963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họp</a:t>
            </a:r>
            <a:r>
              <a:rPr dirty="0"/>
              <a:t> (Meeting Groups).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.NET Core.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rPr dirty="0" err="1"/>
              <a:t>Áp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DDD &amp; CQRS.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Modular Monolith.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9" y="1600200"/>
            <a:ext cx="3802275" cy="44104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5 Modules chính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657600" cy="4525963"/>
          </a:xfrm>
        </p:spPr>
        <p:txBody>
          <a:bodyPr>
            <a:normAutofit fontScale="92500" lnSpcReduction="10000"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 err="1"/>
              <a:t>UserAccess</a:t>
            </a:r>
            <a:r>
              <a:rPr dirty="0"/>
              <a:t> – </a:t>
            </a: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ký</a:t>
            </a:r>
            <a:r>
              <a:rPr dirty="0"/>
              <a:t>, JWT,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quyền</a:t>
            </a:r>
            <a:r>
              <a:rPr dirty="0"/>
              <a:t>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rPr dirty="0"/>
              <a:t>Meetings – Core </a:t>
            </a:r>
            <a:r>
              <a:rPr dirty="0" err="1"/>
              <a:t>nghiệp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rPr dirty="0"/>
              <a:t>Administration –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duyệt</a:t>
            </a:r>
            <a:r>
              <a:rPr dirty="0"/>
              <a:t>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rPr dirty="0"/>
              <a:t>Payments – Thanh </a:t>
            </a:r>
            <a:r>
              <a:rPr dirty="0" err="1"/>
              <a:t>toán</a:t>
            </a:r>
            <a:r>
              <a:rPr dirty="0"/>
              <a:t>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rPr dirty="0"/>
              <a:t>Registrations – Quy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ký</a:t>
            </a:r>
            <a:r>
              <a:rPr dirty="0"/>
              <a:t>.</a:t>
            </a:r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00981"/>
            <a:ext cx="3657600" cy="472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Kiến trúc DDD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Domain Layer – Aggregates, Entities.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rPr dirty="0"/>
              <a:t>Application Layer – Commands/Queries.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rPr dirty="0"/>
              <a:t>Infrastructure – EF Core, Repositories.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rPr dirty="0" err="1"/>
              <a:t>Tách</a:t>
            </a:r>
            <a:r>
              <a:rPr dirty="0"/>
              <a:t> Bounded Context </a:t>
            </a:r>
            <a:r>
              <a:rPr dirty="0" err="1"/>
              <a:t>rõ</a:t>
            </a:r>
            <a:r>
              <a:rPr dirty="0"/>
              <a:t> </a:t>
            </a:r>
            <a:r>
              <a:rPr dirty="0" err="1"/>
              <a:t>ràng</a:t>
            </a:r>
            <a:r>
              <a:rPr dirty="0"/>
              <a:t>.</a:t>
            </a:r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684" y="1600200"/>
            <a:ext cx="3657600" cy="41901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CQRS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Write Model – EF Core, </a:t>
            </a:r>
            <a:r>
              <a:rPr dirty="0" err="1"/>
              <a:t>đảm</a:t>
            </a:r>
            <a:r>
              <a:rPr dirty="0"/>
              <a:t> </a:t>
            </a:r>
            <a:r>
              <a:rPr dirty="0" err="1"/>
              <a:t>bảo</a:t>
            </a:r>
            <a:r>
              <a:rPr dirty="0"/>
              <a:t> Business Rules.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rPr dirty="0"/>
              <a:t>Read Model – Dapper + SQL Views.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rPr dirty="0" err="1"/>
              <a:t>Tối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hiệu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dirty="0" err="1"/>
              <a:t>truy</a:t>
            </a:r>
            <a:r>
              <a:rPr dirty="0"/>
              <a:t> </a:t>
            </a:r>
            <a:r>
              <a:rPr dirty="0" err="1"/>
              <a:t>vấn</a:t>
            </a:r>
            <a:r>
              <a:rPr dirty="0"/>
              <a:t>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rPr dirty="0" err="1"/>
              <a:t>Tách</a:t>
            </a:r>
            <a:r>
              <a:rPr dirty="0"/>
              <a:t> </a:t>
            </a:r>
            <a:r>
              <a:rPr dirty="0" err="1"/>
              <a:t>biệt</a:t>
            </a:r>
            <a:r>
              <a:rPr dirty="0"/>
              <a:t> </a:t>
            </a:r>
            <a:r>
              <a:rPr dirty="0" err="1"/>
              <a:t>đọc</a:t>
            </a:r>
            <a:r>
              <a:rPr dirty="0"/>
              <a:t> &amp; </a:t>
            </a:r>
            <a:r>
              <a:rPr dirty="0" err="1"/>
              <a:t>ghi</a:t>
            </a:r>
            <a:r>
              <a:rPr dirty="0"/>
              <a:t>.</a:t>
            </a:r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00200"/>
            <a:ext cx="3911572" cy="46236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Schema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06645" cy="4525963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 err="1"/>
              <a:t>Mỗi</a:t>
            </a:r>
            <a:r>
              <a:rPr dirty="0"/>
              <a:t> module </a:t>
            </a:r>
            <a:r>
              <a:rPr dirty="0" err="1"/>
              <a:t>có</a:t>
            </a:r>
            <a:r>
              <a:rPr dirty="0"/>
              <a:t> schema </a:t>
            </a:r>
            <a:r>
              <a:rPr dirty="0" err="1"/>
              <a:t>riêng</a:t>
            </a:r>
            <a:r>
              <a:rPr dirty="0"/>
              <a:t>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khóa</a:t>
            </a:r>
            <a:r>
              <a:rPr dirty="0"/>
              <a:t> </a:t>
            </a:r>
            <a:r>
              <a:rPr dirty="0" err="1"/>
              <a:t>ngoại</a:t>
            </a:r>
            <a:r>
              <a:rPr dirty="0"/>
              <a:t> </a:t>
            </a:r>
            <a:r>
              <a:rPr dirty="0" err="1"/>
              <a:t>chéo</a:t>
            </a:r>
            <a:r>
              <a:rPr dirty="0"/>
              <a:t>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rPr dirty="0" err="1"/>
              <a:t>Chuẩn</a:t>
            </a:r>
            <a:r>
              <a:rPr dirty="0"/>
              <a:t> </a:t>
            </a:r>
            <a:r>
              <a:rPr dirty="0" err="1"/>
              <a:t>bị</a:t>
            </a:r>
            <a:r>
              <a:rPr dirty="0"/>
              <a:t> </a:t>
            </a:r>
            <a:r>
              <a:rPr dirty="0" err="1"/>
              <a:t>sẵn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Microservices.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rPr dirty="0" err="1"/>
              <a:t>Giảm</a:t>
            </a:r>
            <a:r>
              <a:rPr dirty="0"/>
              <a:t> Coupling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.</a:t>
            </a:r>
          </a:p>
        </p:txBody>
      </p:sp>
      <p:pic>
        <p:nvPicPr>
          <p:cNvPr id="4" name="Picture 3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30603"/>
            <a:ext cx="3657600" cy="39951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SPA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321277" cy="4525963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Frontend: ReactJS.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rPr dirty="0" err="1"/>
              <a:t>Không</a:t>
            </a:r>
            <a:r>
              <a:rPr dirty="0"/>
              <a:t> reload </a:t>
            </a:r>
            <a:r>
              <a:rPr dirty="0" err="1"/>
              <a:t>trang</a:t>
            </a:r>
            <a:r>
              <a:rPr dirty="0"/>
              <a:t>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rPr dirty="0"/>
              <a:t>Giao </a:t>
            </a:r>
            <a:r>
              <a:rPr dirty="0" err="1"/>
              <a:t>tiếp</a:t>
            </a:r>
            <a:r>
              <a:rPr dirty="0"/>
              <a:t> REST API JSON.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rPr dirty="0"/>
              <a:t>JWT Authentication.</a:t>
            </a:r>
          </a:p>
        </p:txBody>
      </p:sp>
      <p:pic>
        <p:nvPicPr>
          <p:cNvPr id="4" name="Picture 3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9" y="1600200"/>
            <a:ext cx="4013487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Luồng Xác thực JWT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Login → API UserAccess.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Trả về JWT Token.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Client gửi Authorization: Bearer &lt;token&gt;.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Middleware xác thực &amp; phân quyền.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C4 Model - System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Actors: Member, Administrator.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External Systems: Email, Payment Gateway.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System: My Meetings.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C4 Model - Container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SPA (Frontend).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Web API (.NET Core).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SQL Server Database.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Event-Driven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Modules giao tiếp qua Integration Events.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In-Memory Event Bus (MediatR).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Giảm Tight Coupling.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Outbox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Lưu Event + Data cùng Transaction.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Đảm bảo nhất quán cuối.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Quartz.NET retry nếu lỗi.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Deployment với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mymeetingsdb – SQL Server.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migrator – Migration DB.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backend – ASP.NET Core API.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Thực nghiệm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Build &amp; Up bằng docker-compose.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Chạy Swagger tại localhost:5000/swagger.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Background Jobs hoạt động.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Xử lý lỗi thực tế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CRLF → LF cho bash script.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ConnectionStrings__ đúng chuẩn.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Cập nhật sqlcmd SQL 2022.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Đánh giá kiến trúc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Ưu điểm: Clean, Maintainable.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Chuẩn bị sẵn cho Microservices.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Trade-off: Single Deployment Unit.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Modular Monolith = Sweet Spot.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Phù hợp dự án vừa &amp; lớn.</a:t>
            </a:r>
          </a:p>
          <a:p>
            <a:pPr lvl="1">
              <a:defRPr>
                <a:solidFill>
                  <a:srgbClr val="E2E8F0"/>
                </a:solidFill>
              </a:defRPr>
            </a:pPr>
            <a:r>
              <a:t>Có thể tiến hóa lên Microservices.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438</Words>
  <Application>Microsoft Office PowerPoint</Application>
  <PresentationFormat>On-screen Show (4:3)</PresentationFormat>
  <Paragraphs>80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PHÂN TÍCH KIẾN TRÚC SPA &amp; MODULAR MONOLITH</vt:lpstr>
      <vt:lpstr>Giới thiệu hệ thống</vt:lpstr>
      <vt:lpstr>5 Modules chính</vt:lpstr>
      <vt:lpstr>Kiến trúc DDD</vt:lpstr>
      <vt:lpstr>CQRS Architecture</vt:lpstr>
      <vt:lpstr>Schema Isolation</vt:lpstr>
      <vt:lpstr>SPA Architecture</vt:lpstr>
      <vt:lpstr>Luồng Xác thực JWT</vt:lpstr>
      <vt:lpstr>C4 Model - System Context</vt:lpstr>
      <vt:lpstr>C4 Model - Container</vt:lpstr>
      <vt:lpstr>Event-Driven Architecture</vt:lpstr>
      <vt:lpstr>Outbox Pattern</vt:lpstr>
      <vt:lpstr>Deployment với Docker</vt:lpstr>
      <vt:lpstr>Thực nghiệm Docker</vt:lpstr>
      <vt:lpstr>Xử lý lỗi thực tế</vt:lpstr>
      <vt:lpstr>Đánh giá kiến trúc</vt:lpstr>
      <vt:lpstr>Kết luận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Masao Egawa</cp:lastModifiedBy>
  <cp:revision>2</cp:revision>
  <dcterms:created xsi:type="dcterms:W3CDTF">2013-01-27T09:14:16Z</dcterms:created>
  <dcterms:modified xsi:type="dcterms:W3CDTF">2026-03-01T16:12:46Z</dcterms:modified>
  <cp:category/>
</cp:coreProperties>
</file>