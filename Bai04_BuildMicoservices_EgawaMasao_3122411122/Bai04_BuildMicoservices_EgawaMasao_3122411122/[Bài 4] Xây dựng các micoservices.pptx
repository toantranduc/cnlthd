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99440E-9CC5-42F9-AC7C-AF42C92DABF5}">
  <a:tblStyle styleId="{BB99440E-9CC5-42F9-AC7C-AF42C92DABF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35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38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505325"/>
            <a:ext cx="108585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95300" y="1490825"/>
            <a:ext cx="1140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XÂY DỰNG CÁC MICROSERVICES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66750" y="2799650"/>
            <a:ext cx="10858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Môn: Các công nghệ lập trình hiện đại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66750" y="4705350"/>
            <a:ext cx="108585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Giảng viên: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Đỗ Như Tài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66750" y="5091112"/>
            <a:ext cx="108585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Lớp: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DCT122C5 | TP.HCM, Tháng 03/2026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" name="Google Shape;95;p14"/>
          <p:cNvGraphicFramePr/>
          <p:nvPr/>
        </p:nvGraphicFramePr>
        <p:xfrm>
          <a:off x="571500" y="24645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{BB99440E-9CC5-42F9-AC7C-AF42C92DABF5}</a:tableStyleId>
              </a:tblPr>
              <a:tblGrid>
                <a:gridCol w="1024075"/>
                <a:gridCol w="3817450"/>
                <a:gridCol w="2172450"/>
                <a:gridCol w="4035025"/>
              </a:tblGrid>
              <a:tr h="5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Họ và Tên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MSSV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Trách nhiệm chính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Egawa Masao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3122411122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Xây dựng Product Service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Lê Phạm Quốc Việt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3122411244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Xây dựng Inventory Service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Nguyễn Trần Trung Thạch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3122411186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Tổng hợp và viết báo cáo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Trần Đức Toản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3122411219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Xây dựng Order Service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14"/>
          <p:cNvSpPr/>
          <p:nvPr/>
        </p:nvSpPr>
        <p:spPr>
          <a:xfrm>
            <a:off x="571500" y="3574256"/>
            <a:ext cx="10240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1595586" y="3574256"/>
            <a:ext cx="38174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413027" y="3574256"/>
            <a:ext cx="21724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585471" y="3574256"/>
            <a:ext cx="40350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" y="4140993"/>
            <a:ext cx="10240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1595586" y="4140993"/>
            <a:ext cx="38174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413027" y="4140993"/>
            <a:ext cx="21724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7585471" y="4140993"/>
            <a:ext cx="40350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71500" y="4707731"/>
            <a:ext cx="10240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595586" y="4707731"/>
            <a:ext cx="38174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413027" y="4707731"/>
            <a:ext cx="21724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7585471" y="4707731"/>
            <a:ext cx="40350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71500" y="5274468"/>
            <a:ext cx="10240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1595586" y="5274468"/>
            <a:ext cx="38174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413027" y="5274468"/>
            <a:ext cx="21724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7585471" y="5274468"/>
            <a:ext cx="40350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Phân công công việc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5100"/>
            <a:ext cx="533400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05100"/>
            <a:ext cx="53340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66775" y="3000375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Mục tiêu dự án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3438525"/>
            <a:ext cx="4743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Hiện thực hóa việc tách biệt trách nhiệm giữa các dịch vụ nghiệp vụ cốt lõi.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4095750"/>
            <a:ext cx="4743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Triển khai các phương thức giao tiếp REST (đồng bộ) và Kafka (bất đồng bộ).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581775" y="3000375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Kiến trúc chính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581775" y="3438525"/>
            <a:ext cx="4743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Hệ thống bao gồm 3 microservices chính: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Product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Inventory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và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Order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81775" y="4095750"/>
            <a:ext cx="4743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Đóng gói và quản lý hạ tầng bằng Docker Compose để nhất quán môi trường.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Tổng quan hệ thống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4143"/>
            <a:ext cx="2619375" cy="2405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2674143"/>
            <a:ext cx="2619375" cy="2405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674143"/>
            <a:ext cx="2619375" cy="2405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2674143"/>
            <a:ext cx="2619375" cy="2405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8312" y="2950368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56046" y="3474243"/>
            <a:ext cx="22502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Backend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09625" y="3912393"/>
            <a:ext cx="21431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Java (Spring Boot 4) cho RESTful API hiệu năng cao.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50" y="2950368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3565921" y="3474243"/>
            <a:ext cx="22502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Messaging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3619500" y="3912393"/>
            <a:ext cx="21431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Apache Kafka cho truyền tin sự kiện bất đồng bộ.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0437" y="295036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6375796" y="3474243"/>
            <a:ext cx="22502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Discovery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429375" y="3912393"/>
            <a:ext cx="21431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Netflix Eureka làm trung tâm đăng ký dịch vụ.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2687" y="2950368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9185671" y="3474243"/>
            <a:ext cx="22502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DevOps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239250" y="3912393"/>
            <a:ext cx="21431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Docker &amp; Docker Compose cho containerization.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Công nghệ sử dụng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6692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571500" y="2066925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Cơ chế tương tác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6692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904875" y="2543175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Đồng bộ: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OpenFeign &amp; RestClient gọi API nội bộ.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04875" y="2957512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Bất đồng bộ: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OrderPlacedEvent được phát lên Kafka topic.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04875" y="3371850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Truy vết: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Sử dụng Zipkin &amp; Micrometer để Distributed Tracing.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04875" y="3786187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Chịu lỗi: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Resilience4j triển khai Circuit Breaker &amp; Retry.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860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003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147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2905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Kiến trúc &amp; Giao tiếp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66925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6692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904875" y="2219325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Quản lý: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CRUD danh mục và thông tin sản phẩm cốt lõi.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04875" y="2633662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Tích hợp: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Gọi InventoryClient (OpenFeign) để đồng bộ tồn kho.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04875" y="3319462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Fault Tolerance: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Cơ chế bắt lỗi khi truy vấn số lượng kho.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04875" y="3733800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Kỹ thuật: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Sử dụng ApiResponse chuẩn và DTO tách biệt Entity.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621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7652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3623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77666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Dịch vụ Sản phẩm (Product)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6925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692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6619875" y="2219325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Trách nhiệm: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Kiểm soát số lượng theo mã SKU.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619875" y="2633662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Upsert Logic: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Cập nhật số lượng trực tiếp bằng SQL, khởi tạo nếu chưa có.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619875" y="3319462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An toàn: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@Transactional và Conditional Update tránh tồn kho âm.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619875" y="4005262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Endpoint: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Cung cấp API check/update số lượng tồn kho.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2621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6765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3362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404812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Dịch vụ Kho (Inventory)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71500" y="571500"/>
            <a:ext cx="52006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Dịch vụ Đơn hàng</a:t>
            </a:r>
            <a:endParaRPr/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904875" y="1447800"/>
            <a:ext cx="4619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Điều phối quy trình mua hàng tập trung.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904875" y="1862137"/>
            <a:ext cx="4619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Phát OrderPlacedEvent lên Kafka ngay khi đặt hàng thành công.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04875" y="2547937"/>
            <a:ext cx="4619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Resilience: @CircuitBreaker &amp; @Retry khi gọi sang Inventory.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904875" y="3233737"/>
            <a:ext cx="4619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Tích hợp OpenAPI (Swagger) để kiểm thử API.</a:t>
            </a:r>
            <a:endParaRPr/>
          </a:p>
        </p:txBody>
      </p:sp>
      <p:pic>
        <p:nvPicPr>
          <p:cNvPr descr="image.png" id="215" name="Google Shape;2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906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050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590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276600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9368"/>
            <a:ext cx="5334000" cy="2614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69368"/>
            <a:ext cx="5334000" cy="207168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866775" y="2864643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Database per Service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66775" y="3302793"/>
            <a:ext cx="4743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Sử dụng 3 DB MySQL độc lập cho 3 dịch vụ: product_service_bt4, inventory_service_bt4, order_service_bt4.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66775" y="4231481"/>
            <a:ext cx="4743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Giảm thiểu sự phụ thuộc (coupling) giữa các domain nghiệp vụ.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581775" y="2864643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Nhất quán dữ liệu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581775" y="3302793"/>
            <a:ext cx="47434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Duy trì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Eventual Consistency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(Nhất quán sau cùng).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581775" y="3688556"/>
            <a:ext cx="4743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Luồng đặt hàng kết hợp REST (trừ kho) và Kafka (phát sự kiện) để hoàn tất quy trình.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Chiến lược Dữ liệu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59993"/>
            <a:ext cx="1104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59993"/>
            <a:ext cx="11049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571500" y="2088356"/>
            <a:ext cx="5334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66CC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571500" y="3040856"/>
            <a:ext cx="5334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Cơ sở dữ liệu độc lập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286500" y="2088356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Đóng gói hệ thống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286500" y="2526506"/>
            <a:ext cx="5334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Sử dụng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Docker Compose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với quy trình multi-stage build.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286500" y="2912268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Khuyến nghị sử dụng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Java 21 LTS</a:t>
            </a: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để đảm bảo tính tương thích và ổn định lâu dài giữa mã nguồn và Docker container.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Triển khai &amp; Docker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571500" y="3012281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Kết quả đạt được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286500" y="3012281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Hướng hoàn thiện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904875" y="3488531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Luồng nghiệp vụ liên thông giữa các service.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904875" y="390286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Hạ tầng hỗ trợ: Discovery, Messaging, Tracing.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619875" y="3488531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Đồng bộ Endpoint API kiểm tra tồn kho.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619875" y="390286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Sửa mapping bảng dữ liệu cho Order Service.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619875" y="4317206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Bổ sung bảo mật API Gateway &amp; JWT.</a:t>
            </a:r>
            <a:endParaRPr/>
          </a:p>
        </p:txBody>
      </p:sp>
      <p:pic>
        <p:nvPicPr>
          <p:cNvPr descr="image.png" id="260" name="Google Shape;2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3139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4573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53139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94573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360068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Đánh giá &amp; Phát triển</a:t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2376487" y="2257425"/>
            <a:ext cx="7810976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KẾT LUẬN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2376487" y="3267075"/>
            <a:ext cx="74390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Dự án đã hình thành khung xương vững chắc cho hệ thống Microservices.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2376487" y="4086225"/>
            <a:ext cx="74390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66CC"/>
                </a:solidFill>
                <a:latin typeface="Roboto"/>
                <a:ea typeface="Roboto"/>
                <a:cs typeface="Roboto"/>
                <a:sym typeface="Roboto"/>
              </a:rPr>
              <a:t>Xin cảm ơn Thầy và các bạn đã lắng nghe!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